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for Autonomous Robotics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 of Algorithms, Applications, and Near-Term Opportunities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Yeshwanth [Your Last Name]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University]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peer-reviewed studies | PRISMA 2020 methodology | 5 research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Findings: The Reality of Quantum-Robotics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F5F5F5"/>
          </a:solidFill>
          <a:ln w="3810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NOT Real-Time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gap: 100+ ms (quantum) vs. 20–500 ms (robot control). Fundamental constraint, not temporary hardware limitation.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5F5F5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Offline Optimization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for task scheduling, multi-robot coordination, path planning. Seconds-to-minutes timescale. Ready 1–2 years.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5F5F5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Quantum Sensing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2–10× precision improvement in LiDAR &amp; IMU. Most mature application. Field-ready 2–5 years. Highest commercial interest.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5F5F5"/>
          </a:solidFill>
          <a:ln w="38100">
            <a:solidFill>
              <a:srgbClr val="4A9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Quantum Cognition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framework for robot decision-making under uncertainty. Emerging &amp; promising. Unproven but worth pursuing. 3–5 year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Maturity &amp; Roboticist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F2F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" y="914400"/>
            <a:ext cx="1645920" cy="274320"/>
          </a:xfrm>
          <a:prstGeom prst="rect">
            <a:avLst/>
          </a:prstGeom>
          <a:solidFill>
            <a:srgbClr val="2F2F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914400"/>
            <a:ext cx="1280160" cy="274320"/>
          </a:xfrm>
          <a:prstGeom prst="rect">
            <a:avLst/>
          </a:prstGeom>
          <a:solidFill>
            <a:srgbClr val="2F2F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914400"/>
            <a:ext cx="1280160" cy="274320"/>
          </a:xfrm>
          <a:prstGeom prst="rect">
            <a:avLst/>
          </a:prstGeom>
          <a:solidFill>
            <a:srgbClr val="2F2F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914400"/>
            <a:ext cx="2377440" cy="274320"/>
          </a:xfrm>
          <a:prstGeom prst="rect">
            <a:avLst/>
          </a:prstGeom>
          <a:solidFill>
            <a:srgbClr val="2F2F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Barrier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Sensing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Metrology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yrs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280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Miniaturization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54480"/>
            <a:ext cx="84124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00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1600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600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size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19202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19202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194560"/>
            <a:ext cx="84124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VQML/Barren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22402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yrs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2402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Cognition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9456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prob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2560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2560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empirical 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Roboticist Recommendations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00507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Focus on offline, high-level decisions—NOT real-time control  |  2. Compare quantum to classical baselines rigorously  |  3. Pursue quantum sensing as highest-impact opportunity  |  4. Avoid hype; be pragmatic about timelines  |  5. Explore quantum cognition as emerging research direction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2026-09-15T17:49:38Z</dcterms:created>
  <dcterms:modified xsi:type="dcterms:W3CDTF">2026-09-15T17:49:38Z</dcterms:modified>
</cp:coreProperties>
</file>