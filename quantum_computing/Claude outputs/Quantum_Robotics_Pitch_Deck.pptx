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for Autonomous Robotics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D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Applications &amp; Practical Limitations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faces exponential computational complexity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100-location path planning: ~100! possible routes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10-robot swarms: 10^10+ state combinations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algorithms hit the wall—quantum promises speed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quantum computers today are small, noisy, and slow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can accelerate specific robot tasks—not 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offline planning (seconds-to-minutes)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applications: optimization, ML, sensing, decision-making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approach: quantum planner + real-time classical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advantage: 3-5 years, not 10+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Quantum-Classical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solidFill>
            <a:srgbClr val="E8E8E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5400000">
            <a:off x="2651760" y="1645920"/>
            <a:ext cx="27432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0" y="914400"/>
            <a:ext cx="2011680" cy="118872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(100ms+)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5212080" y="1645920"/>
            <a:ext cx="27432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5577840" y="1371600"/>
            <a:ext cx="2011680" cy="731520"/>
          </a:xfrm>
          <a:prstGeom prst="rect">
            <a:avLst/>
          </a:prstGeom>
          <a:solidFill>
            <a:srgbClr val="E8E8E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(2-20ms)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7772400" y="1645920"/>
            <a:ext cx="27432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371600"/>
            <a:ext cx="2011680" cy="731520"/>
          </a:xfrm>
          <a:prstGeom prst="rect">
            <a:avLst/>
          </a:prstGeom>
          <a:solidFill>
            <a:srgbClr val="E8E8E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timescales: Quantum planning is offline (seconds); real-time control stays classical (milliseconds)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Applications (3-5 years)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QAOA: Robot task scheduling &amp; combinatorial 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Quantum ML: Deep reinforcement learning for navigation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Quantum Sensing: Enhanced LiDAR &amp; inertial measurement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Quantum Cognition: Decision-making under uncertainty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NOT: Direct quantum control (impossible—latency mismatch)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Cognition for Robotics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quantum probability for decision-making: P(A|B) = |⟨A|B⟩|²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uncertainty differently than classical 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"context-dependent" robot decisions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simulation: quantum-inspired learning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improves decision speed &amp; robustness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Truth: Hardware Constraints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era: 50-100 qubits, 0.1-1% error rates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latency ≥ 100ms vs robot control 2-20ms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plateaus in training shallow quantum circuits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coherence time (~100 μs currently)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quantum control will remain impractical for decades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Timeline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1874520"/>
            <a:ext cx="10058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645920"/>
            <a:ext cx="457200" cy="45720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286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2027-28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Proofs-of-Concept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10058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645920"/>
            <a:ext cx="457200" cy="457200"/>
          </a:xfrm>
          <a:prstGeom prst="ellipse">
            <a:avLst/>
          </a:prstGeom>
          <a:solidFill>
            <a:srgbClr val="F9D76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286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2029-30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874520"/>
            <a:ext cx="10058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645920"/>
            <a:ext cx="457200" cy="457200"/>
          </a:xfrm>
          <a:prstGeom prst="ellipse">
            <a:avLst/>
          </a:prstGeom>
          <a:solidFill>
            <a:srgbClr val="E8E8E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286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IEEE 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through quantum hype with rigorous robotics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peer-reviewed citations across quantum &amp; robotics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roadmap: what works NOW vs overpromised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two communities: quantum physicists &amp; roboticists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ready after 1 revision cycle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D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 to IEEE Robotics &amp; Automation Magazine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Expect major revision cycle (6-8 weeks)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Position as authoritative near-term guide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Follow up with applications paper (QAOA for swarms)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Lead quantum robotics conversation in 2025-2026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2026-09-15T17:11:11Z</dcterms:created>
  <dcterms:modified xsi:type="dcterms:W3CDTF">2026-09-15T17:11:11Z</dcterms:modified>
</cp:coreProperties>
</file>